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Slip-Cast Ceramic Udu Drum Family (UDU-001) — Build Packet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Musical instrument documentation capstone</a:t>
            </a:r>
          </a:p>
          <a:p>
            <a:r>
              <a:t>Packet: /sessions/charming-bold-fermat/mnt/GitHub/udu</a:t>
            </a:r>
          </a:p>
          <a:p>
            <a:r>
              <a:t>Generated: 2026-05-02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Use This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Start with design.md for intent and assumptions.</a:t>
            </a:r>
          </a:p>
          <a:p>
            <a:pPr>
              <a:defRPr sz="2000"/>
            </a:pPr>
            <a:r>
              <a:t>Use bom.csv, sourcing.csv, and cut-list.csv before buying or cutting.</a:t>
            </a:r>
          </a:p>
          <a:p>
            <a:pPr>
              <a:defRPr sz="2000"/>
            </a:pPr>
            <a:r>
              <a:t>Use drawing-brief.md and CAD/CNC folders before machining.</a:t>
            </a:r>
          </a:p>
          <a:p>
            <a:pPr>
              <a:defRPr sz="2000"/>
            </a:pPr>
            <a:r>
              <a:t>Print the packet for shopping, shop work, and validation.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design.md: Project intent, catalog metadata, assumptions, and validation plan.</a:t>
            </a:r>
          </a:p>
          <a:p>
            <a:pPr>
              <a:defRPr sz="2000"/>
            </a:pPr>
            <a:r>
              <a:t>bom.csv: Starter bill of materials with part categories, quantities, drawing refs, and notes.</a:t>
            </a:r>
          </a:p>
          <a:p>
            <a:pPr>
              <a:defRPr sz="2000"/>
            </a:pPr>
            <a:r>
              <a:t>sourcing.csv: Supplier/search tracker with specs, price/date fields, lead time, substitutes, and risks.</a:t>
            </a:r>
          </a:p>
          <a:p>
            <a:pPr>
              <a:defRPr sz="2000"/>
            </a:pPr>
            <a:r>
              <a:t>cut-list.csv: Rough/final stock sizes, material, grain/orientation, operations, yield, and offcuts.</a:t>
            </a:r>
          </a:p>
          <a:p>
            <a:pPr>
              <a:defRPr sz="2000"/>
            </a:pPr>
            <a:r>
              <a:t>drawing-brief.md: Manufacturing drawing and technical product sketch brief.</a:t>
            </a:r>
          </a:p>
          <a:p>
            <a:pPr>
              <a:defRPr sz="2000"/>
            </a:pPr>
            <a:r>
              <a:t>assembly-manual.md: Shop-facing sequence, tools, fixtures, safety, tuning, finishing, and maintenance notes.</a:t>
            </a:r>
          </a:p>
          <a:p>
            <a:pPr>
              <a:defRPr sz="2000"/>
            </a:pPr>
            <a:r>
              <a:t>validation.csv: Target/measured values, tolerance, environment, result, and tuning/build action log.</a:t>
            </a:r>
          </a:p>
          <a:p>
            <a:pPr>
              <a:defRPr sz="2000"/>
            </a:pPr>
            <a:r>
              <a:t>supplier-rfq.md: Supplier email/request-for-quote starter.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Design and assumptions</a:t>
            </a:r>
          </a:p>
          <a:p>
            <a:pPr>
              <a:defRPr sz="2000"/>
            </a:pPr>
            <a:r>
              <a:t>Source materials and hardware</a:t>
            </a:r>
          </a:p>
          <a:p>
            <a:pPr>
              <a:defRPr sz="2000"/>
            </a:pPr>
            <a:r>
              <a:t>Prepare stock, fixtures, and CNC/laser/lathe setup</a:t>
            </a:r>
          </a:p>
          <a:p>
            <a:pPr>
              <a:defRPr sz="2000"/>
            </a:pPr>
            <a:r>
              <a:t>Assemble, tune, finish, and validate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Sourcing And BOM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BOM gives part categories and drawing references.</a:t>
            </a:r>
          </a:p>
          <a:p>
            <a:pPr>
              <a:defRPr sz="2000"/>
            </a:pPr>
            <a:r>
              <a:t>Sourcing tracks search terms, supplier candidates, price/date, lead time, and substitutions.</a:t>
            </a:r>
          </a:p>
          <a:p>
            <a:pPr>
              <a:defRPr sz="2000"/>
            </a:pPr>
            <a:r>
              <a:t>Visual BOM brief turns the parts list into a presentation-ready image 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Shop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Cut list for lumber/sheet/blank planning.</a:t>
            </a:r>
          </a:p>
          <a:p>
            <a:pPr>
              <a:defRPr sz="2000"/>
            </a:pPr>
            <a:r>
              <a:t>Assembly manual for away-from-keyboard work.</a:t>
            </a:r>
          </a:p>
          <a:p>
            <a:pPr>
              <a:defRPr sz="2000"/>
            </a:pPr>
            <a:r>
              <a:t>Validation sheet for measured dimensions, tuning, and pass/fail checks.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Drawings, CAD, CNC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drawing-brief.md defines required views, dimensions, datums, and sketch intent.</a:t>
            </a:r>
          </a:p>
          <a:p>
            <a:pPr>
              <a:defRPr sz="2000"/>
            </a:pPr>
            <a:r>
              <a:t>cad/ holds models and design tables.</a:t>
            </a:r>
          </a:p>
          <a:p>
            <a:pPr>
              <a:defRPr sz="2000"/>
            </a:pPr>
            <a:r>
              <a:t>cnc/ holds CAM, toolpaths, setup sheets, and dry-run notes.</a:t>
            </a:r>
          </a:p>
          <a:p>
            <a:pPr>
              <a:defRPr sz="2000"/>
            </a:pPr>
            <a:r>
              <a:t>drawings/ holds PDFs, SVGs, DXFs, and drawing exports.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Images And Screenshots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images/family-overview-concept.png</a:t>
            </a:r>
          </a:p>
          <a:p>
            <a:pPr>
              <a:defRPr sz="2000"/>
            </a:pPr>
            <a:r>
              <a:t>images/hero-concept.png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Replace TBDs with measured/source-backed values.</a:t>
            </a:r>
          </a:p>
          <a:p>
            <a:pPr>
              <a:defRPr sz="2000"/>
            </a:pPr>
            <a:r>
              <a:t>Verify live supplier price and availability before buying.</a:t>
            </a:r>
          </a:p>
          <a:p>
            <a:pPr>
              <a:defRPr sz="2000"/>
            </a:pPr>
            <a:r>
              <a:t>Export final drawings and visual BOM images.</a:t>
            </a:r>
          </a:p>
          <a:p>
            <a:pPr>
              <a:defRPr sz="2000"/>
            </a:pPr>
            <a:r>
              <a:t>Regenerate this deck and print packet after final edits.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4652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